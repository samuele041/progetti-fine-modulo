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93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4739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896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783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04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3231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340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380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347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532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0637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562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3857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326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1145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8734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061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888F1-ACE3-4CE0-B22C-0300D262A048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FD08D-BC5D-400A-A994-ADEE8D589E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7586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506904-173F-6CE7-A506-062AC8B83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PROGETTO CLIENT-SERVER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0B4B519-44E3-0602-08AE-0928FD3E9C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EPICODE.INTERNAL</a:t>
            </a:r>
          </a:p>
        </p:txBody>
      </p:sp>
    </p:spTree>
    <p:extLst>
      <p:ext uri="{BB962C8B-B14F-4D97-AF65-F5344CB8AC3E}">
        <p14:creationId xmlns:p14="http://schemas.microsoft.com/office/powerpoint/2010/main" val="227481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EC0913-E02A-B71B-EC2D-D1A282BE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Requisiti e servizi: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14A318-5263-71C4-3645-61550A50A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Kali Linux: IP 192.168.32.100</a:t>
            </a:r>
          </a:p>
          <a:p>
            <a:r>
              <a:rPr lang="it-IT" dirty="0"/>
              <a:t>Windows: IP 192.168.32.101</a:t>
            </a:r>
          </a:p>
          <a:p>
            <a:r>
              <a:rPr lang="it-IT" dirty="0"/>
              <a:t>HTTPS server: attivo</a:t>
            </a:r>
          </a:p>
          <a:p>
            <a:r>
              <a:rPr lang="it-IT" dirty="0"/>
              <a:t>Servizio DNS per risoluzione nomi di dominio: attivo</a:t>
            </a:r>
          </a:p>
        </p:txBody>
      </p:sp>
    </p:spTree>
    <p:extLst>
      <p:ext uri="{BB962C8B-B14F-4D97-AF65-F5344CB8AC3E}">
        <p14:creationId xmlns:p14="http://schemas.microsoft.com/office/powerpoint/2010/main" val="308627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6CC4CC-F87D-96E4-676A-CD64D36E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Kali </a:t>
            </a:r>
            <a:r>
              <a:rPr lang="it-IT" dirty="0" err="1"/>
              <a:t>linux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63D1F1-C8D8-E706-8C05-E0214FD4E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Come primo punto dell’esercizio ho cambiato l’</a:t>
            </a:r>
            <a:r>
              <a:rPr lang="it-IT" dirty="0" err="1"/>
              <a:t>ip</a:t>
            </a:r>
            <a:r>
              <a:rPr lang="it-IT" dirty="0"/>
              <a:t> su </a:t>
            </a:r>
            <a:r>
              <a:rPr lang="it-IT" dirty="0" err="1"/>
              <a:t>kali</a:t>
            </a:r>
            <a:r>
              <a:rPr lang="it-IT" dirty="0"/>
              <a:t> </a:t>
            </a:r>
            <a:r>
              <a:rPr lang="it-IT" dirty="0" err="1"/>
              <a:t>linux</a:t>
            </a:r>
            <a:r>
              <a:rPr lang="it-IT" dirty="0"/>
              <a:t> tramite il comando </a:t>
            </a:r>
            <a:r>
              <a:rPr lang="it-IT" b="1" dirty="0">
                <a:solidFill>
                  <a:srgbClr val="FF0000"/>
                </a:solidFill>
              </a:rPr>
              <a:t>sudo nano /</a:t>
            </a:r>
            <a:r>
              <a:rPr lang="it-IT" b="1" dirty="0" err="1">
                <a:solidFill>
                  <a:srgbClr val="FF0000"/>
                </a:solidFill>
              </a:rPr>
              <a:t>etc</a:t>
            </a:r>
            <a:r>
              <a:rPr lang="it-IT" b="1" dirty="0">
                <a:solidFill>
                  <a:srgbClr val="FF0000"/>
                </a:solidFill>
              </a:rPr>
              <a:t>/network/</a:t>
            </a:r>
            <a:r>
              <a:rPr lang="it-IT" b="1" dirty="0" err="1">
                <a:solidFill>
                  <a:srgbClr val="FF0000"/>
                </a:solidFill>
              </a:rPr>
              <a:t>interfaces</a:t>
            </a:r>
            <a:r>
              <a:rPr lang="it-IT" b="1" dirty="0">
                <a:solidFill>
                  <a:srgbClr val="FF0000"/>
                </a:solidFill>
              </a:rPr>
              <a:t>. </a:t>
            </a:r>
            <a:r>
              <a:rPr lang="it-IT" dirty="0"/>
              <a:t>Una volta cambiato, ho eseguito il controllo per verificare il corretto salvataggio dell’</a:t>
            </a:r>
            <a:r>
              <a:rPr lang="it-IT" dirty="0" err="1"/>
              <a:t>ip</a:t>
            </a:r>
            <a:endParaRPr lang="it-IT" dirty="0"/>
          </a:p>
          <a:p>
            <a:endParaRPr lang="it-IT" dirty="0"/>
          </a:p>
          <a:p>
            <a:endParaRPr lang="it-IT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it-IT" b="1" dirty="0">
              <a:solidFill>
                <a:srgbClr val="FF0000"/>
              </a:solidFill>
            </a:endParaRPr>
          </a:p>
        </p:txBody>
      </p:sp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5DEEE1E5-6D71-CE40-5445-5DB163F77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3685817"/>
            <a:ext cx="5820587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3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FB17E0-4C67-E299-38AA-DFB239BE7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WINDOWS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E31BB6-921B-5B7C-5228-2D0F51282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Come secondo punto dell’esercizio ho cambiato l’</a:t>
            </a:r>
            <a:r>
              <a:rPr lang="it-IT" dirty="0" err="1"/>
              <a:t>ip</a:t>
            </a:r>
            <a:r>
              <a:rPr lang="it-IT" dirty="0"/>
              <a:t> sulla macchina windows 10 e ho inserito anche il DNS 192.168.32.100 facendo si che il client usi questo DNS controllato da INETSIM invece del DNS reale.</a:t>
            </a:r>
          </a:p>
          <a:p>
            <a:pPr marL="0" indent="0">
              <a:buNone/>
            </a:pPr>
            <a:r>
              <a:rPr lang="it-IT" dirty="0"/>
              <a:t>Verifica dell’avvenuto cambio: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1B1A7171-59DD-09B9-B192-8BDC1F312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3912289"/>
            <a:ext cx="5849166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89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C23299-8395-29A8-2BC1-C3A1B86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27045"/>
            <a:ext cx="10353761" cy="1326321"/>
          </a:xfrm>
        </p:spPr>
        <p:txBody>
          <a:bodyPr/>
          <a:lstStyle/>
          <a:p>
            <a:r>
              <a:rPr lang="it-IT" dirty="0" err="1"/>
              <a:t>Inetsim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F767FB-671E-A151-41A1-B99DCAC6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427" y="1312292"/>
            <a:ext cx="9583144" cy="3297030"/>
          </a:xfrm>
        </p:spPr>
        <p:txBody>
          <a:bodyPr/>
          <a:lstStyle/>
          <a:p>
            <a:r>
              <a:rPr lang="it-IT" dirty="0"/>
              <a:t>Successivamente ho cambiato le impostazioni del </a:t>
            </a:r>
            <a:r>
              <a:rPr lang="it-IT" dirty="0" err="1"/>
              <a:t>dns</a:t>
            </a:r>
            <a:r>
              <a:rPr lang="it-IT" dirty="0"/>
              <a:t> tramite «</a:t>
            </a:r>
            <a:r>
              <a:rPr lang="it-IT" dirty="0" err="1"/>
              <a:t>inetsim</a:t>
            </a:r>
            <a:r>
              <a:rPr lang="it-IT" dirty="0"/>
              <a:t>», un software che simula servizi come DNS, HTTP, FTP, SMTP, ecc. e risponde alle richieste come se fossero server reali. Per fare ciò sono entrato sul file di configurazione di </a:t>
            </a:r>
            <a:r>
              <a:rPr lang="it-IT" dirty="0" err="1"/>
              <a:t>inetsim</a:t>
            </a:r>
            <a:r>
              <a:rPr lang="it-IT" dirty="0"/>
              <a:t> e ho eseguito il seguente comando </a:t>
            </a:r>
            <a:r>
              <a:rPr lang="pt-BR" b="1" dirty="0">
                <a:solidFill>
                  <a:srgbClr val="C00000"/>
                </a:solidFill>
              </a:rPr>
              <a:t>sudo nano /etc/inetsim/inetsim.conf </a:t>
            </a:r>
            <a:r>
              <a:rPr lang="pt-BR" dirty="0"/>
              <a:t>e ho attivato il servizio tramite il comando </a:t>
            </a:r>
            <a:r>
              <a:rPr lang="pt-BR" b="1" dirty="0">
                <a:solidFill>
                  <a:srgbClr val="C00000"/>
                </a:solidFill>
              </a:rPr>
              <a:t>sudo inetsim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 descr="Immagine che contiene testo, schermata, computer, software&#10;&#10;Il contenuto generato dall'IA potrebbe non essere corretto.">
            <a:extLst>
              <a:ext uri="{FF2B5EF4-FFF2-40B4-BE49-F238E27FC236}">
                <a16:creationId xmlns:a16="http://schemas.microsoft.com/office/drawing/2014/main" id="{DA1525EB-D61F-51CE-9B87-961859593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71" y="3157441"/>
            <a:ext cx="5921829" cy="370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8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55C7B5-3443-A0B2-DF4B-E7C1A861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EPICODE.INTERNAL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B10872-38F0-DD55-FB40-F69EF3F15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745" y="1704178"/>
            <a:ext cx="10758801" cy="3695136"/>
          </a:xfrm>
        </p:spPr>
        <p:txBody>
          <a:bodyPr/>
          <a:lstStyle/>
          <a:p>
            <a:pPr marL="0" indent="0">
              <a:buNone/>
            </a:pPr>
            <a:r>
              <a:rPr lang="it-IT" sz="1800" b="0" i="0" u="none" strike="noStrike" baseline="0" dirty="0"/>
              <a:t>Dopo di che </a:t>
            </a:r>
            <a:r>
              <a:rPr lang="it-IT" sz="1800" dirty="0"/>
              <a:t>nel browser della macchina windows </a:t>
            </a:r>
            <a:r>
              <a:rPr lang="it-IT" sz="1800" b="0" i="0" u="none" strike="noStrike" baseline="0" dirty="0"/>
              <a:t>ho scritto sulla barra di ricerca l’URL "</a:t>
            </a:r>
            <a:r>
              <a:rPr lang="it-IT" sz="1800" b="1" i="0" u="none" strike="noStrike" baseline="0" dirty="0" err="1">
                <a:solidFill>
                  <a:srgbClr val="C00000"/>
                </a:solidFill>
              </a:rPr>
              <a:t>epicode.internal</a:t>
            </a:r>
            <a:r>
              <a:rPr lang="it-IT" sz="1800" b="0" i="0" u="none" strike="noStrike" baseline="0" dirty="0"/>
              <a:t>", in modo tale che questo servizio richiesto sia andato sul server </a:t>
            </a:r>
            <a:r>
              <a:rPr lang="it-IT" sz="1800" b="0" i="0" u="none" strike="noStrike" baseline="0" dirty="0" err="1"/>
              <a:t>dns</a:t>
            </a:r>
            <a:r>
              <a:rPr lang="it-IT" sz="1800" b="0" i="0" u="none" strike="noStrike" baseline="0" dirty="0"/>
              <a:t> di </a:t>
            </a:r>
            <a:r>
              <a:rPr lang="it-IT" sz="1800" b="0" i="0" u="none" strike="noStrike" baseline="0" dirty="0" err="1"/>
              <a:t>kali</a:t>
            </a:r>
            <a:r>
              <a:rPr lang="it-IT" sz="1800" b="0" i="0" u="none" strike="noStrike" baseline="0" dirty="0"/>
              <a:t> e questo ha dato come risposta la risoluzione del nome del dominio.</a:t>
            </a:r>
            <a:endParaRPr lang="it-IT" dirty="0"/>
          </a:p>
        </p:txBody>
      </p:sp>
      <p:pic>
        <p:nvPicPr>
          <p:cNvPr id="5" name="Immagine 4" descr="Immagine che contiene testo, schermata, software, Icona del computer&#10;&#10;Il contenuto generato dall'IA potrebbe non essere corretto.">
            <a:extLst>
              <a:ext uri="{FF2B5EF4-FFF2-40B4-BE49-F238E27FC236}">
                <a16:creationId xmlns:a16="http://schemas.microsoft.com/office/drawing/2014/main" id="{2842E905-9A4A-4CC7-BF6E-86C568749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75" y="3116424"/>
            <a:ext cx="6089605" cy="374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3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57D890-9F63-4381-3680-75C2CD01B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WIRESHARK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75F0B5-FC96-B709-FC4B-D836DD159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Ho effettuato la prima cattura con </a:t>
            </a:r>
            <a:r>
              <a:rPr lang="it-IT" dirty="0" err="1"/>
              <a:t>wireshark</a:t>
            </a:r>
            <a:r>
              <a:rPr lang="it-IT" dirty="0"/>
              <a:t> del server HTTPS inserendo il filtro </a:t>
            </a:r>
            <a:r>
              <a:rPr lang="it-IT" dirty="0" err="1"/>
              <a:t>tcp</a:t>
            </a:r>
            <a:r>
              <a:rPr lang="it-IT" dirty="0"/>
              <a:t> port https: </a:t>
            </a:r>
          </a:p>
        </p:txBody>
      </p:sp>
      <p:pic>
        <p:nvPicPr>
          <p:cNvPr id="5" name="Immagine 4" descr="Immagine che contiene testo, elettronica, schermata, software&#10;&#10;Il contenuto generato dall'IA potrebbe non essere corretto.">
            <a:extLst>
              <a:ext uri="{FF2B5EF4-FFF2-40B4-BE49-F238E27FC236}">
                <a16:creationId xmlns:a16="http://schemas.microsoft.com/office/drawing/2014/main" id="{4479AEE7-C800-06E4-B00C-28A49BD85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79" y="2817845"/>
            <a:ext cx="6703586" cy="404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3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613D40-7C3C-6A53-76CE-A956A3E9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wireshark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3ADC3D-73D0-5B04-81BB-A4F1B7681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seguito ho effettuato la seconda cattura del server HTTP inserendo il filtro </a:t>
            </a:r>
            <a:r>
              <a:rPr lang="it-IT" dirty="0" err="1"/>
              <a:t>tcp</a:t>
            </a:r>
            <a:r>
              <a:rPr lang="it-IT" dirty="0"/>
              <a:t> port http:</a:t>
            </a:r>
          </a:p>
          <a:p>
            <a:pPr marL="0" indent="0">
              <a:buNone/>
            </a:pPr>
            <a:r>
              <a:rPr lang="it-IT" dirty="0"/>
              <a:t> </a:t>
            </a:r>
          </a:p>
        </p:txBody>
      </p:sp>
      <p:pic>
        <p:nvPicPr>
          <p:cNvPr id="5" name="Immagine 4" descr="Immagine che contiene testo, elettronica, schermata, software&#10;&#10;Il contenuto generato dall'IA potrebbe non essere corretto.">
            <a:extLst>
              <a:ext uri="{FF2B5EF4-FFF2-40B4-BE49-F238E27FC236}">
                <a16:creationId xmlns:a16="http://schemas.microsoft.com/office/drawing/2014/main" id="{FCD3584D-23EF-44BD-C89D-A161DBF77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843" y="2812313"/>
            <a:ext cx="6330406" cy="386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30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6A66A-43BF-208B-4DC3-82420632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4AD47F-F792-5130-D7B0-2DB100196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L’esercizio è servito a capire sostanzialmente le differenze tra http e https. La comunicazione HTTP risulta essere in chiaro quindi vulnerabile a potenziali intercettazioni del traffico o altri tipi di attacco.</a:t>
            </a:r>
          </a:p>
          <a:p>
            <a:r>
              <a:rPr lang="it-IT" dirty="0"/>
              <a:t>La comunicazione HTTPS invece è cifrata quindi più sicura e affidabile, difficile da interpretare e capire anche in caso di intercettazione del traffico. Ad oggi infatti HTTPS rappresenta uno standard ed è usato in tutte le comunicazioni web che richiedono una sicurezza e riservatezza dei dati.</a:t>
            </a:r>
          </a:p>
        </p:txBody>
      </p:sp>
    </p:spTree>
    <p:extLst>
      <p:ext uri="{BB962C8B-B14F-4D97-AF65-F5344CB8AC3E}">
        <p14:creationId xmlns:p14="http://schemas.microsoft.com/office/powerpoint/2010/main" val="261248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Blu verde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TM04033921[[fn=Damascato]]</Template>
  <TotalTime>57</TotalTime>
  <Words>353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PROGETTO CLIENT-SERVER</vt:lpstr>
      <vt:lpstr>Requisiti e servizi:</vt:lpstr>
      <vt:lpstr>Kali linux</vt:lpstr>
      <vt:lpstr>WINDOWS</vt:lpstr>
      <vt:lpstr>Inetsim</vt:lpstr>
      <vt:lpstr>EPICODE.INTERNAL</vt:lpstr>
      <vt:lpstr>WIRESHARK</vt:lpstr>
      <vt:lpstr>wireshark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Samuele Asaro</dc:creator>
  <cp:lastModifiedBy>Samuele Asaro</cp:lastModifiedBy>
  <cp:revision>2</cp:revision>
  <dcterms:created xsi:type="dcterms:W3CDTF">2026-05-05T10:38:19Z</dcterms:created>
  <dcterms:modified xsi:type="dcterms:W3CDTF">2026-05-05T11:36:07Z</dcterms:modified>
</cp:coreProperties>
</file>